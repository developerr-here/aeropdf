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2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941400" y="2720880"/>
            <a:ext cx="5928840" cy="5762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5928840" cy="5762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2892960" cy="5762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3979440" y="2720880"/>
            <a:ext cx="2892960" cy="5762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941400" y="792360"/>
            <a:ext cx="5928840" cy="7691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979440" y="2720880"/>
            <a:ext cx="2892960" cy="5762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41400" y="57304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2892960" cy="5762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397944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3979440" y="57304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97944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941400" y="5730480"/>
            <a:ext cx="592884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592884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41400" y="5730480"/>
            <a:ext cx="592884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979440" y="27208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941400" y="57304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3979440" y="5730480"/>
            <a:ext cx="289296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1400" y="792360"/>
            <a:ext cx="5928840" cy="1658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41400" y="27208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945880" y="27208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950360" y="27208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941400" y="57304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2945880" y="57304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4950360" y="5730480"/>
            <a:ext cx="1908720" cy="274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Shape 1"/>
          <p:cNvSpPr txBox="1"/>
          <p:nvPr/>
        </p:nvSpPr>
        <p:spPr>
          <a:xfrm>
            <a:off x="635040" y="417240"/>
            <a:ext cx="261360" cy="14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Test</a:t>
            </a:r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LibreOffice/6.3.4.2$Windows_X86_64 LibreOffice_project/60da17e045e08f1793c57c00ba83cdfce946d0aa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